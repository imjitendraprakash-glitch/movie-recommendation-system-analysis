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DF3D3-E589-66D7-54A6-54FC231EB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889A2-F091-E57B-995D-753541534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6F8EF-A808-2B15-A129-C14D66C93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6FD0F-08AA-3104-11AE-8A2908829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CA2A8-BEED-962A-6C66-AF284D0A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42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5BA3-2143-D12A-D8F3-4F9150BB3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1D921-42B1-A2D9-C514-23675CA8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2F9AF-3663-4966-E7A4-1FFC3089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5B743-8845-F0C6-07E2-B3249344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BD13F-A911-8FC3-573A-C1747179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67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0055-469B-9279-C6B1-77AE70735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D6547-5110-5466-5726-443EED0C9F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FBBC6-D828-C8B5-BE4C-A5AD50D5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D69AA-701C-7CA9-CFEB-27944E370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17EBE-FFEB-2D22-E759-28A247F2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16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CD28-EB03-4004-69DC-CDF3976FF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753FE-1E68-1A49-11CB-BE6FBA4C58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56D5F-C77D-3C58-2EEE-6EDDE570D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251BC-ED10-C301-A193-ACC27790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6302E-D749-314F-96DB-B32613CB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64D4B-AE16-EB2A-3C59-1110F6FD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033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7893-A8CC-E4DE-78F1-C8EE6706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8E6E0-AAB6-EC8D-31A6-E53A332D7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64008-3C94-2E15-042A-5AECD88C9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181A64-C713-4094-C905-992A37D45C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741778-81A4-3727-970E-C85DB1E9E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062D0-F51F-4798-C17F-9F8D967F8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F8AA70-BB94-9510-01BE-FFBA135A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6856D-0A5E-CF6A-95F8-55737C22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475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7646-E542-107A-7369-B884D51A6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5FBF54-7DD8-6756-4A40-8DB07F8B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2D96D-4EE8-65D8-43E4-1749EC88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61003-3081-1D9E-8D49-AEF8E486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304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980A1-B5E7-9BFB-4C2B-3875EE77E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7DD8BA-8A1A-9B24-0F0C-AC58F941F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D0198-2CCA-453D-4DEE-341A83DF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82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8F38-2901-5148-8D77-2E8CD4FEF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C6D87-24D9-5C5F-8E6F-9D9E2E25D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49333-B394-3D40-1A91-2FA3DA46B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19211-C44A-B7CC-6BBA-877F880CD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0949A-054B-88F2-8C9C-80327277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6ADB9-2818-4A6A-8DFC-81E3A39F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706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D7EF-8B0C-F76B-F0EB-AFE4D1F79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D271E-2D8B-F09F-22AE-72020C370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2DBBD1-BE8A-16AA-BE69-325643FDB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9D8A0-6776-AC74-416C-1F41F3216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65935-4144-E016-88A7-72746FB1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138AA-3B7A-622E-A982-329331ED1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67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203D7-89A1-B519-82AE-F5423A437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AB824-57FC-EB94-C39F-BA4C3743B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874F0-D6B8-404B-26FC-899E7A03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61EE-954C-C19A-5821-D168A3914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01D09-D860-24AC-E6C4-59B82D21E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59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7C9EA-A035-B1DA-9D93-E54A9EBA0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3AF71A-5771-434D-7990-F2CE50BF5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13AC4-0881-8191-A27D-4F8DE9FC1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3DB70-337A-11C6-5D53-28D91EC4F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BD6D1-8E08-DBE1-601D-120E961E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179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7B7263-610C-838C-49F8-0B904EC1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34372-F2AA-D7CF-A458-9A3555270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9CA70-D5A3-0293-06C2-29E5DBE61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678A9-8D18-40FC-83E4-D7C4BA20174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B3BA2-7A59-8DAC-0959-2E8C6AA65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3FD05-785A-2F04-9399-D67AF94AD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7BA3A5-20D7-44A0-805F-6270A39D8D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6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363FF-307F-87ED-9943-E9BC335BF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4286" y="261257"/>
            <a:ext cx="10798628" cy="1502229"/>
          </a:xfrm>
        </p:spPr>
        <p:txBody>
          <a:bodyPr>
            <a:normAutofit fontScale="90000"/>
          </a:bodyPr>
          <a:lstStyle/>
          <a:p>
            <a:r>
              <a:rPr lang="en-US" dirty="0"/>
              <a:t> Big Data Analytics in Movie Recommendation Systems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056FE-C884-5300-B854-94CDE410F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6914" y="2110694"/>
            <a:ext cx="9144000" cy="3691391"/>
          </a:xfrm>
        </p:spPr>
        <p:txBody>
          <a:bodyPr>
            <a:normAutofit/>
          </a:bodyPr>
          <a:lstStyle/>
          <a:p>
            <a:r>
              <a:rPr lang="en-US" sz="3600" b="1" dirty="0"/>
              <a:t>Subtitle:</a:t>
            </a:r>
            <a:r>
              <a:rPr lang="en-US" sz="3600" dirty="0"/>
              <a:t> Case Study: Netflix</a:t>
            </a:r>
            <a:br>
              <a:rPr lang="en-US" sz="3600" dirty="0"/>
            </a:br>
            <a:r>
              <a:rPr lang="en-US" sz="3600" b="1" dirty="0"/>
              <a:t>Jitendra Prakash Prajapati</a:t>
            </a:r>
          </a:p>
          <a:p>
            <a:r>
              <a:rPr lang="en-US" sz="3600" b="1" dirty="0"/>
              <a:t>24mbmb29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160285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881E3F-2A2D-3E79-4CA8-CF30138BB963}"/>
              </a:ext>
            </a:extLst>
          </p:cNvPr>
          <p:cNvSpPr txBox="1"/>
          <p:nvPr/>
        </p:nvSpPr>
        <p:spPr>
          <a:xfrm>
            <a:off x="97971" y="228123"/>
            <a:ext cx="11734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Introduction to Big Data in Media &amp; Entertainment</a:t>
            </a:r>
            <a:endParaRPr lang="en-IN" sz="4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E07EB-4943-5957-5B76-F1924BE19FA0}"/>
              </a:ext>
            </a:extLst>
          </p:cNvPr>
          <p:cNvSpPr txBox="1"/>
          <p:nvPr/>
        </p:nvSpPr>
        <p:spPr>
          <a:xfrm>
            <a:off x="97971" y="1086845"/>
            <a:ext cx="9601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Content:</a:t>
            </a:r>
            <a:endParaRPr lang="en-IN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Media &amp; entertainment generates huge data: streaming, ratings, social media, clicks.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Big Data helps </a:t>
            </a:r>
            <a:r>
              <a:rPr lang="en-IN" sz="4000" dirty="0" err="1"/>
              <a:t>analyze</a:t>
            </a:r>
            <a:r>
              <a:rPr lang="en-IN" sz="4000" dirty="0"/>
              <a:t> user preferences and personalize content.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Netflix, Spotify, YouTube rely on big data for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41466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8FF52D-748B-5F3D-528D-63361047DFDA}"/>
              </a:ext>
            </a:extLst>
          </p:cNvPr>
          <p:cNvSpPr txBox="1"/>
          <p:nvPr/>
        </p:nvSpPr>
        <p:spPr>
          <a:xfrm>
            <a:off x="457199" y="707295"/>
            <a:ext cx="1110342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/>
              <a:t>What is a Recommendation System?</a:t>
            </a:r>
          </a:p>
          <a:p>
            <a:pPr>
              <a:buNone/>
            </a:pPr>
            <a:r>
              <a:rPr lang="en-US" sz="2800" b="1" dirty="0"/>
              <a:t>Content: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A system that predicts what a user might like.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Types: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/>
              <a:t>Collaborative Filtering</a:t>
            </a:r>
            <a:r>
              <a:rPr lang="en-US" sz="4000" dirty="0"/>
              <a:t> – Uses behavior of similar users.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/>
              <a:t>Content-Based Filtering</a:t>
            </a:r>
            <a:r>
              <a:rPr lang="en-US" sz="4000" dirty="0"/>
              <a:t> – Uses characteristics of movies/shows.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4000" b="1" dirty="0"/>
              <a:t>Hybrid Systems</a:t>
            </a:r>
            <a:r>
              <a:rPr lang="en-US" sz="4000" dirty="0"/>
              <a:t> – Combines both approaches</a:t>
            </a:r>
          </a:p>
        </p:txBody>
      </p:sp>
    </p:spTree>
    <p:extLst>
      <p:ext uri="{BB962C8B-B14F-4D97-AF65-F5344CB8AC3E}">
        <p14:creationId xmlns:p14="http://schemas.microsoft.com/office/powerpoint/2010/main" val="2837897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31794F-9F93-8318-0DF6-88316EF076C0}"/>
              </a:ext>
            </a:extLst>
          </p:cNvPr>
          <p:cNvSpPr txBox="1"/>
          <p:nvPr/>
        </p:nvSpPr>
        <p:spPr>
          <a:xfrm>
            <a:off x="272143" y="690379"/>
            <a:ext cx="11114314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Why Big Data is Important for Recommendations</a:t>
            </a:r>
          </a:p>
          <a:p>
            <a:pPr>
              <a:buNone/>
            </a:pPr>
            <a:r>
              <a:rPr lang="en-US" sz="4000" b="1" dirty="0"/>
              <a:t>Content:</a:t>
            </a:r>
            <a:endParaRPr lang="en-U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Millions of users = massive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Analyzing clicks, watch history, ratings, searches.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Real-time recommendations require fast data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Improves user engagement &amp; retention</a:t>
            </a:r>
          </a:p>
        </p:txBody>
      </p:sp>
    </p:spTree>
    <p:extLst>
      <p:ext uri="{BB962C8B-B14F-4D97-AF65-F5344CB8AC3E}">
        <p14:creationId xmlns:p14="http://schemas.microsoft.com/office/powerpoint/2010/main" val="2162696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31C925-4C52-FA87-198A-919FFCEEB1CF}"/>
              </a:ext>
            </a:extLst>
          </p:cNvPr>
          <p:cNvSpPr txBox="1"/>
          <p:nvPr/>
        </p:nvSpPr>
        <p:spPr>
          <a:xfrm>
            <a:off x="674914" y="570637"/>
            <a:ext cx="1115785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Netflix Case Study Overview</a:t>
            </a:r>
          </a:p>
          <a:p>
            <a:pPr>
              <a:buNone/>
            </a:pPr>
            <a:r>
              <a:rPr lang="en-US" sz="4000" b="1" dirty="0"/>
              <a:t> Content:</a:t>
            </a:r>
            <a:endParaRPr lang="en-U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Netflix uses 200+ million users’ data worldwide.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Data sources: viewing history, ratings, searches, device info, social media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Goal: Increase watch time, reduce churn, improve satisfaction</a:t>
            </a:r>
          </a:p>
        </p:txBody>
      </p:sp>
    </p:spTree>
    <p:extLst>
      <p:ext uri="{BB962C8B-B14F-4D97-AF65-F5344CB8AC3E}">
        <p14:creationId xmlns:p14="http://schemas.microsoft.com/office/powerpoint/2010/main" val="716975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CD6686-05E0-DDC7-06E1-6A6F228F0735}"/>
              </a:ext>
            </a:extLst>
          </p:cNvPr>
          <p:cNvSpPr txBox="1"/>
          <p:nvPr/>
        </p:nvSpPr>
        <p:spPr>
          <a:xfrm>
            <a:off x="457199" y="1219468"/>
            <a:ext cx="1067888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/>
              <a:t>Netflix Data Pipeline &amp; Architecture</a:t>
            </a:r>
          </a:p>
          <a:p>
            <a:pPr>
              <a:buNone/>
            </a:pPr>
            <a:r>
              <a:rPr lang="en-IN" sz="4400" b="1" dirty="0"/>
              <a:t>Content / Diagram:</a:t>
            </a:r>
            <a:endParaRPr lang="en-IN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Data Sources → Ingestion (Kafka, Flume) → Storage (Hadoop, S3) → Processing (Spark, Presto) → Machine Learning Models → Recommendations → User </a:t>
            </a:r>
            <a:r>
              <a:rPr lang="en-IN" sz="4000" dirty="0" err="1"/>
              <a:t>Interfac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325826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C06DA3-642F-B8F1-495E-DD8A96748724}"/>
              </a:ext>
            </a:extLst>
          </p:cNvPr>
          <p:cNvSpPr txBox="1"/>
          <p:nvPr/>
        </p:nvSpPr>
        <p:spPr>
          <a:xfrm>
            <a:off x="342900" y="489734"/>
            <a:ext cx="11506200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800" b="1" dirty="0"/>
              <a:t>Algorithms Used</a:t>
            </a:r>
          </a:p>
          <a:p>
            <a:pPr>
              <a:buNone/>
            </a:pPr>
            <a:r>
              <a:rPr lang="en-IN" sz="4000" b="1" dirty="0"/>
              <a:t>Content:</a:t>
            </a:r>
            <a:endParaRPr lang="en-IN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Collaborative Filtering:</a:t>
            </a:r>
            <a:r>
              <a:rPr lang="en-IN" sz="3600" dirty="0"/>
              <a:t> Suggests based on similar user </a:t>
            </a:r>
            <a:r>
              <a:rPr lang="en-IN" sz="3600" dirty="0" err="1"/>
              <a:t>behavior</a:t>
            </a:r>
            <a:r>
              <a:rPr lang="en-IN" sz="3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Content-Based Filtering:</a:t>
            </a:r>
            <a:r>
              <a:rPr lang="en-IN" sz="3600" dirty="0"/>
              <a:t> Suggests based on movie features (genre, actors).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Deep Learning Models:</a:t>
            </a:r>
            <a:r>
              <a:rPr lang="en-IN" sz="3600" dirty="0"/>
              <a:t> Neural networks </a:t>
            </a:r>
            <a:r>
              <a:rPr lang="en-IN" sz="3600" dirty="0" err="1"/>
              <a:t>analyze</a:t>
            </a:r>
            <a:r>
              <a:rPr lang="en-IN" sz="3600" dirty="0"/>
              <a:t> complex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b="1" dirty="0"/>
              <a:t>Reinforcement Learning:</a:t>
            </a:r>
            <a:r>
              <a:rPr lang="en-IN" sz="3600" dirty="0"/>
              <a:t> Optimizes recommendations based on user interactions</a:t>
            </a:r>
          </a:p>
        </p:txBody>
      </p:sp>
    </p:spTree>
    <p:extLst>
      <p:ext uri="{BB962C8B-B14F-4D97-AF65-F5344CB8AC3E}">
        <p14:creationId xmlns:p14="http://schemas.microsoft.com/office/powerpoint/2010/main" val="2500042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E7A590-5EB6-38D9-F48D-A521429BDC23}"/>
              </a:ext>
            </a:extLst>
          </p:cNvPr>
          <p:cNvSpPr txBox="1"/>
          <p:nvPr/>
        </p:nvSpPr>
        <p:spPr>
          <a:xfrm>
            <a:off x="609600" y="562768"/>
            <a:ext cx="1099457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Impact on User Experience &amp; Business</a:t>
            </a:r>
          </a:p>
          <a:p>
            <a:pPr>
              <a:buNone/>
            </a:pPr>
            <a:r>
              <a:rPr lang="en-US" sz="4000" b="1" dirty="0"/>
              <a:t>Content:</a:t>
            </a:r>
            <a:endParaRPr lang="en-U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Increased user engagement &amp; watch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Reduced churn (users staying subscribed).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Better targeting of content investments.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Example: Over 80% of watched content comes from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409210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A5D52F-B1B2-A34C-8DDE-FA9EA54D7BB7}"/>
              </a:ext>
            </a:extLst>
          </p:cNvPr>
          <p:cNvSpPr txBox="1"/>
          <p:nvPr/>
        </p:nvSpPr>
        <p:spPr>
          <a:xfrm>
            <a:off x="576942" y="592408"/>
            <a:ext cx="1109254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Slide 9: Challenges in Recommendation Systems</a:t>
            </a:r>
          </a:p>
          <a:p>
            <a:pPr>
              <a:buNone/>
            </a:pPr>
            <a:r>
              <a:rPr lang="en-US" sz="4000" b="1" dirty="0"/>
              <a:t>Content:</a:t>
            </a:r>
            <a:endParaRPr lang="en-US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Data privacy &amp; user consent.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Cold start problem (new users or new movies).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Scalability for millions of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Balancing accuracy vs. diversity of content</a:t>
            </a:r>
          </a:p>
        </p:txBody>
      </p:sp>
    </p:spTree>
    <p:extLst>
      <p:ext uri="{BB962C8B-B14F-4D97-AF65-F5344CB8AC3E}">
        <p14:creationId xmlns:p14="http://schemas.microsoft.com/office/powerpoint/2010/main" val="1053461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731656-A220-9B0B-E18F-7F856994399A}"/>
              </a:ext>
            </a:extLst>
          </p:cNvPr>
          <p:cNvSpPr txBox="1"/>
          <p:nvPr/>
        </p:nvSpPr>
        <p:spPr>
          <a:xfrm>
            <a:off x="631370" y="995180"/>
            <a:ext cx="1033054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/>
              <a:t>Future Trends in Media Analytics</a:t>
            </a:r>
          </a:p>
          <a:p>
            <a:pPr>
              <a:buNone/>
            </a:pPr>
            <a:r>
              <a:rPr lang="en-IN" sz="4000" b="1" dirty="0"/>
              <a:t>Content:</a:t>
            </a:r>
            <a:endParaRPr lang="en-IN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AI &amp; deep learning for better personalization.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Multi-modal data: text, video, audio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Predictive content creation (what users want to watch next).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4000" dirty="0"/>
              <a:t>Global expansion and cultural 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1611719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8659A2-8E75-2000-A6C5-F71E9E56116B}"/>
              </a:ext>
            </a:extLst>
          </p:cNvPr>
          <p:cNvSpPr txBox="1"/>
          <p:nvPr/>
        </p:nvSpPr>
        <p:spPr>
          <a:xfrm>
            <a:off x="631370" y="642257"/>
            <a:ext cx="1039585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/>
              <a:t>Conclusion</a:t>
            </a:r>
          </a:p>
          <a:p>
            <a:pPr>
              <a:buNone/>
            </a:pPr>
            <a:r>
              <a:rPr lang="en-US" sz="4400" b="1" dirty="0"/>
              <a:t>Content:</a:t>
            </a:r>
            <a:endParaRPr lang="en-US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Big data powers media personalization.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Netflix shows real-world success using analytics &amp; ML.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400" dirty="0"/>
              <a:t>Recommendation systems improve engagement, retention, and business strategy.</a:t>
            </a:r>
          </a:p>
        </p:txBody>
      </p:sp>
    </p:spTree>
    <p:extLst>
      <p:ext uri="{BB962C8B-B14F-4D97-AF65-F5344CB8AC3E}">
        <p14:creationId xmlns:p14="http://schemas.microsoft.com/office/powerpoint/2010/main" val="620146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 Big Data Analytics in Movie Recommendation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jogu</dc:creator>
  <cp:lastModifiedBy>nikhil jogu</cp:lastModifiedBy>
  <cp:revision>1</cp:revision>
  <dcterms:created xsi:type="dcterms:W3CDTF">2025-10-18T11:04:25Z</dcterms:created>
  <dcterms:modified xsi:type="dcterms:W3CDTF">2025-10-18T11:04:30Z</dcterms:modified>
</cp:coreProperties>
</file>